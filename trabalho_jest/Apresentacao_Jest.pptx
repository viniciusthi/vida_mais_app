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328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20040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JEST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82880" y="17373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2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de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E2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de Testes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" y="2606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&amp; TypeScript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3063240"/>
            <a:ext cx="2651760" cy="36576"/>
          </a:xfrm>
          <a:prstGeom prst="rect">
            <a:avLst/>
          </a:prstGeom>
          <a:solidFill>
            <a:srgbClr val="2A4A6E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82880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e Testes de Software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" y="3566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Vinicius Santos Tiberio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" y="3886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FATEC  |  Abril/2026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5486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o Jest?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100584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all-in-one para testes automatizados em JavaScript e TypeScript. Em um único pacote entrega: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1691640"/>
            <a:ext cx="54864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749040" y="17282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Runner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19659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Descobre e executa testes automaticamente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0" y="2441448"/>
            <a:ext cx="54864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749040" y="24780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Asserções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49040" y="27157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expect com matchers expressivos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0" y="3191256"/>
            <a:ext cx="54864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749040" y="3227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49040" y="346557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 dependências externas com uma linha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66160" y="3941064"/>
            <a:ext cx="54864" cy="594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749040" y="3977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49040" y="42153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 cobertura de código embutido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Identificação da Ferramenta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é o Jest e de onde veio?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74320" y="4892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e Testes de Software  |  FATEC  |  Vinicius Santos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4023360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65760" y="12618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Técnica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1847088"/>
            <a:ext cx="4023360" cy="384048"/>
          </a:xfrm>
          <a:prstGeom prst="rect">
            <a:avLst/>
          </a:prstGeom>
          <a:solidFill>
            <a:srgbClr val="EBF0FA"/>
          </a:solidFill>
          <a:ln w="12700">
            <a:solidFill>
              <a:srgbClr val="E2EA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65760" y="1901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4480" y="1901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249424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65760" y="23042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54480" y="2304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de testes JavaScript/TypeScript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651760"/>
            <a:ext cx="4023360" cy="384048"/>
          </a:xfrm>
          <a:prstGeom prst="rect">
            <a:avLst/>
          </a:prstGeom>
          <a:solidFill>
            <a:srgbClr val="EBF0FA"/>
          </a:solidFill>
          <a:ln w="12700">
            <a:solidFill>
              <a:srgbClr val="E2EA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65760" y="27066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Criador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54480" y="27066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(Facebook), 2011/2014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054096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Mantenedor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5448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OpenJS Foundation (desde 2022)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456432"/>
            <a:ext cx="4023360" cy="384048"/>
          </a:xfrm>
          <a:prstGeom prst="rect">
            <a:avLst/>
          </a:prstGeom>
          <a:solidFill>
            <a:srgbClr val="EBF0FA"/>
          </a:solidFill>
          <a:ln w="12700">
            <a:solidFill>
              <a:srgbClr val="E2EA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365760" y="35112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Licença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54480" y="35112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— gratuito e open source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858768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65760" y="3913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554480" y="3913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 milhões/semana no npm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261104"/>
            <a:ext cx="4023360" cy="384048"/>
          </a:xfrm>
          <a:prstGeom prst="rect">
            <a:avLst/>
          </a:prstGeom>
          <a:solidFill>
            <a:srgbClr val="EBF0FA"/>
          </a:solidFill>
          <a:ln w="12700">
            <a:solidFill>
              <a:srgbClr val="E2EA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365760" y="4315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 demo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554480" y="4315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29.7.0 (Vida Mais APP)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63440" y="12618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do Tempo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663440" y="1746504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4791456" y="2002536"/>
            <a:ext cx="0" cy="25603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5029200" y="17373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15000" y="17373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Criado internamente no Facebook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2249424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4791456" y="2505456"/>
            <a:ext cx="0" cy="25603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5029200" y="22402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15000" y="22402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Lançado como open source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2752344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4791456" y="3008376"/>
            <a:ext cx="0" cy="25603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5029200" y="27432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15000" y="27432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Adotado pelo create-react-app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3255264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4791456" y="3511296"/>
            <a:ext cx="0" cy="25603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5029200" y="32461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15000" y="32461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 consolidado a TypeScript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63440" y="3758184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4791456" y="4014216"/>
            <a:ext cx="0" cy="25603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5029200" y="37490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715000" y="3749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Transferido para OpenJS Foundation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63440" y="4261104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5029200" y="42519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715000" y="42519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 milhões de downloads semanais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Pesquisa e Caracterização — Funcionalidades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Jest oferece em um único pacote?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74320" y="4892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e Testes de Software  |  FATEC  |  Vinicius Santos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28016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228600" y="1280160"/>
            <a:ext cx="274320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65760" y="1371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Runner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" y="1810512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Descobre e executa arquivos *.test.ts automaticamente, em paralelo, sem configuração extra.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128016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3200400" y="1280160"/>
            <a:ext cx="2743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337560" y="1371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 + matchers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1810512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toBe, toEqual, toMatchObject, toThrow, toHaveBeenCalledWith — verificações expressivas.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128016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172200" y="1280160"/>
            <a:ext cx="274320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309360" y="1371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81928" y="1810512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jest.fn(), jest.mock(modulo) e jest.spyOn() isolam dependências externas.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297180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228600" y="2971800"/>
            <a:ext cx="2743200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65760" y="3063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" y="3502152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--coverage gera relatório de linhas, branches e funções testadas.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297180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3200400" y="2971800"/>
            <a:ext cx="274320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3337560" y="3063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Mode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10128" y="3502152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Reexecuta só os testes afetados pela mudança ao salvar um arquivo.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72200" y="297180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6172200" y="2971800"/>
            <a:ext cx="2743200" cy="4572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309360" y="3063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 Async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81928" y="3502152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 nativo a Promises, async/await e callbacks com timers fake.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Vantagens e Desvantagens do Jest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crítica da ferramenta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74320" y="4892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e Testes de Software  |  FATEC  |  Vinicius Santos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234440"/>
            <a:ext cx="4160520" cy="43891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2004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VANTAGENS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1737360"/>
            <a:ext cx="4160520" cy="374904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65760" y="180136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configuração para JS simples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139696"/>
            <a:ext cx="41605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2203704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All-in-one: runner + asserções + mocks + coverage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542032"/>
            <a:ext cx="4160520" cy="374904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65760" y="2606040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Excelente integração com TypeScript (ts-jest)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944368"/>
            <a:ext cx="41605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65760" y="3008376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Mock system poderoso: uma linha para mockar módulo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3346704"/>
            <a:ext cx="4160520" cy="374904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65760" y="3410712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Execução paralela — performance excelente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749040"/>
            <a:ext cx="41605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381304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Watch mode inteligente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4151376"/>
            <a:ext cx="4160520" cy="374904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65760" y="4215384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Mensagens de erro claras com diff colorido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234440"/>
            <a:ext cx="4160520" cy="43891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84632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  DESVANTAGENS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1737360"/>
            <a:ext cx="4160520" cy="374904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892040" y="180136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Sem interface gráfica nativa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139696"/>
            <a:ext cx="41605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892040" y="2203704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Configuração ESM (ES Modules) pode ser difícil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542032"/>
            <a:ext cx="4160520" cy="374904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892040" y="2606040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Native exige preset jest-expo extra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944368"/>
            <a:ext cx="41605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892040" y="3008376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Mocks mal usados podem ocultar bugs reais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346704"/>
            <a:ext cx="4160520" cy="374904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892040" y="3410712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Não é adequado para testes E2E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749040"/>
            <a:ext cx="41605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892040" y="381304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Consumo de memória alto em projetos grandes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4151376"/>
            <a:ext cx="4160520" cy="374904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4892040" y="4215384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Curva de aprendizado em mocks avançados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Classificação na Estrutura de Testes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Níveis, tipos e técnicas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74320" y="4892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e Testes de Software  |  FATEC  |  Vinicius Santos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261872"/>
            <a:ext cx="4023360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228600" y="1261872"/>
            <a:ext cx="4023360" cy="43891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20040" y="12801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Pirâmide de Testes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783080"/>
            <a:ext cx="54864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UNITÁRIO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1828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0756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foco do Jest. Testa funções e módulos isolados. Mais rápido e mais numeroso.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587752"/>
            <a:ext cx="54864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2633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2633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8803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Supertest, testa rotas HTTP completas. Mocks de banco e serviços externos.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392424"/>
            <a:ext cx="54864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57200" y="3438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34381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★☆☆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685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Parcialmente suportado. Pode combinar com Puppeteer.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197096"/>
            <a:ext cx="54864" cy="544721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57200" y="4242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ACEITAÇÃO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26080" y="42428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☆☆☆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4897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o foco. Use Cucumber ou Playwright para este nível.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0" y="1261872"/>
            <a:ext cx="429768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4572000" y="1261872"/>
            <a:ext cx="4297680" cy="4389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663440" y="12801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Teste Apoiados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0916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Funcional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9160" y="20939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Regressão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09160" y="2404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Segurança (parcial)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2715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 Desempenho/Carga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0" y="3063240"/>
            <a:ext cx="4297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4572000" y="3063240"/>
            <a:ext cx="4297680" cy="43891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4663440" y="30815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de Teste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709160" y="3584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CAIXA-PRETA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09160" y="385876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 entrada/saída sem ver o código interno. Exemplo: rota /ml/analytics com Supertest.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09160" y="4279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CAIXA-BRANCA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09160" y="45262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Conhece o código e testa cada if/else. Exemplo: middleware de autenticação.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Demonstração Prática — Configuração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Projeto: Vida Mais APP  |  Backend Node.js + Express + TypeScript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74320" y="4892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e Testes de Software  |  FATEC  |  Vinicius Santos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261872"/>
            <a:ext cx="8686800" cy="4114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65760" y="12984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jest.config.js — Backend Vida Mais APP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673352"/>
            <a:ext cx="8686800" cy="20116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11480" y="17373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{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19751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testEnvironment : 'node',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22128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roots           : ['&lt;rootDir&gt;/src'],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24505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testMatch       : ['**/__tests__/**/*.test.ts'],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2688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clearMocks      : true,    // limpa mocks entre cada teste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29260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       : { '^.+\.tsx?$': ['ts-jest'] },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1638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coverageDirectory: 'coverage'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3401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794760"/>
            <a:ext cx="8686800" cy="41148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65760" y="38221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de Execução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" y="4206240"/>
            <a:ext cx="868680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1148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backend  |  npm test  |  npm test -- auth.middleware.test.ts  |  npm run test:coverage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Demonstração Prática — Teste Unitário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Caixa-branca  |  auth.middleware.test.ts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74320" y="4892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e Testes de Software  |  FATEC  |  Vinicius Santos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261872"/>
            <a:ext cx="5349240" cy="365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65760" y="12984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Código: auth.middleware.test.ts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627632"/>
            <a:ext cx="5349240" cy="31546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65760" y="169164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describe'authenticate middleware', () =&gt; {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186080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beforeEach(() =&gt; jest.clearAllMocks());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202996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19913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it('deve chamar next() com token valido', () =&gt; {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36829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token = jwt.sign({ id: 'u-1', role: 'ADMIN' }, SECRET);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25374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req   = { headers: { authorization: 'Bearer '+token } };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270662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authenticate(req, res, mockNext);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87578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3044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expect(mockNext).toHaveBeenCalledWith();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321411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expect(req.user).toMatchObject({ id: 'u-1' });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338328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55244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372160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it('deve retornar 401 sem Authorization', () =&gt; {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38907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authenticate({ headers:{} }, res, mockNext);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405993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expect(res.status).toHaveBeenCalledWith(401);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422910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expect(mockNext).not.toHaveBeenCalled();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439826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5674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806440" y="1261872"/>
            <a:ext cx="3108960" cy="365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5897880" y="1298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cada parte faz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806440" y="1719072"/>
            <a:ext cx="3108960" cy="457200"/>
          </a:xfrm>
          <a:prstGeom prst="rect">
            <a:avLst/>
          </a:prstGeom>
          <a:solidFill>
            <a:srgbClr val="EBF0FA"/>
          </a:solidFill>
          <a:ln w="12700">
            <a:solidFill>
              <a:srgbClr val="D1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5943600" y="17556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43600" y="19476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 testes do mesmo assunto (authenticate)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806440" y="2240280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5943600" y="227685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943600" y="24688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caso de teste individual com nome em PT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806440" y="2761488"/>
            <a:ext cx="3108960" cy="457200"/>
          </a:xfrm>
          <a:prstGeom prst="rect">
            <a:avLst/>
          </a:prstGeom>
          <a:solidFill>
            <a:srgbClr val="EBF0FA"/>
          </a:solidFill>
          <a:ln w="12700">
            <a:solidFill>
              <a:srgbClr val="D1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5943600" y="279806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beforeEach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943600" y="29900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Limpa mocks antes de cada teste — evita contaminação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806440" y="3282696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5943600" y="331927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jest.fn()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943600" y="351129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função espiã para verificar se foi chamada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806440" y="3803904"/>
            <a:ext cx="3108960" cy="457200"/>
          </a:xfrm>
          <a:prstGeom prst="rect">
            <a:avLst/>
          </a:prstGeom>
          <a:solidFill>
            <a:srgbClr val="EBF0FA"/>
          </a:solidFill>
          <a:ln w="12700">
            <a:solidFill>
              <a:srgbClr val="D1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5943600" y="384048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toHaveBeenCalledWith()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943600" y="403250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que next() foi chamado (token OK)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806440" y="4325112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5943600" y="43616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not.toHaveBeenCalled()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943600" y="45537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que next() NÃO foi chamado (bloqueado)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Demonstração Prática — Teste de Integração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Caixa-preta  |  ml.routes.test.ts  |  Supertest + Mocks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74320" y="4892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e Testes de Software  |  FATEC  |  Vinicius Santos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261872"/>
            <a:ext cx="5349240" cy="365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65760" y="12984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Código: ml.routes.test.ts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627632"/>
            <a:ext cx="5349240" cy="31546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65760" y="1691640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jest.mock('axios');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184251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mockedAxios = axios as jest.Mocked&lt;typeof axios&gt;;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993392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144268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describe('GET /ml/analytics/overview', () =&gt; {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295144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it('deve retornar 200 para ADMIN', async () =&gt; {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446020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mockedAxios.get.mockResolvedValue({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59689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data: { totalAlunos: 100, totalTurmas: 10 }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2747772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898648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 = await request(app)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3049524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.get('/ml/analytics/overview')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3200400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.set(authHeader(adminToken));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335127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expect(res.status).toBe(200);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502152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expect(res.body).toHaveProperty('totalAlunos');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3653028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803904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3954780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it('deve retornar 403 para ALUNO', async () =&gt; {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10565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 = await request(app)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4256532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.get('/ml/analytics/overview')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407408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.set(authHeader(alunoToken));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4558284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expect(res.status).toBe(403);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4709160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06440" y="1261872"/>
            <a:ext cx="3108960" cy="36576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5897880" y="1298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Conceitos-chave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06440" y="1719072"/>
            <a:ext cx="310896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D1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5943600" y="176479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jest.mock('axios')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943600" y="19751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Intercepta todo o módulo axios. Sem isso o teste faria chamadas HTTP reais.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806440" y="2286000"/>
            <a:ext cx="3108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5943600" y="23317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mockResolvedValue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943600" y="2542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 resposta de sucesso do ML Service — sem o Flask precisar estar rodando.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806440" y="2852928"/>
            <a:ext cx="310896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D1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5943600" y="28986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request(app)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943600" y="31089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Supertest: faz requisição HTTP real ao Express em memória.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806440" y="3419856"/>
            <a:ext cx="3108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5943600" y="346557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authHeader(token)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943600" y="367588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Injeta token JWT no header da requisição.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806440" y="3986784"/>
            <a:ext cx="310896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D1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5943600" y="40325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toBe(403)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943600" y="42428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 não tem permissão: o middleware bloqueia antes de chamar o ML Service.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Demonstração Prática — Saída do Terminal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reais do projeto Vida Mais APP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74320" y="4892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e Testes de Software  |  FATEC  |  Vinicius Santos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261872"/>
            <a:ext cx="5577840" cy="38404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65760" y="129844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test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645920"/>
            <a:ext cx="557784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65760" y="17099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PASS  src/__tests__/middleware/auth.middleware.test.ts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189280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authenticate middleware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207568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v deve chamar next() com token valido        (4 ms)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2585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v deve retornar 401 sem Authorization        (1 ms)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44144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v deve retornar 401 com token malformado     (2 ms)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26243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v deve retornar 403 para role nao permitida  (1 ms)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PASS  src/__tests__/ml.routes.test.ts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3172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GET /ml/analytics/overview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335584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v deve retornar 200 para ADMIN               (38 ms)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35387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v deve retornar 403 para ALUNO               (2 ms)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372160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v deve retornar 401 sem autenticacao         (1 ms)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0873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Test Suites:  6 passed,  6 total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27024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Tests:       32 passed, 32 total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44531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Time:         3.241 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1261872"/>
            <a:ext cx="2880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035040" y="13258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</a:t>
            </a:r>
            <a:endParaRPr lang="en-US" sz="6000" dirty="0"/>
          </a:p>
        </p:txBody>
      </p:sp>
      <p:sp>
        <p:nvSpPr>
          <p:cNvPr id="28" name="Text 26"/>
          <p:cNvSpPr/>
          <p:nvPr/>
        </p:nvSpPr>
        <p:spPr>
          <a:xfrm>
            <a:off x="6035040" y="19659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passando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2788920"/>
            <a:ext cx="1371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035040" y="28529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6035040" y="3401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543800" y="2788920"/>
            <a:ext cx="1371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7543800" y="28529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3.2s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543800" y="3401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35040" y="4069080"/>
            <a:ext cx="288036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126480" y="4114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do dia a dia: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26480" y="4315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  |  npm test -- arquivo  |  npm run test:watch  |  npm run test:coverage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128016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Impressões Pessoais &amp; 6. Reflexão Final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Utilizaria o Jest no projeto interdisciplinar? Sim — e já está sendo usado.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508760"/>
            <a:ext cx="411480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6733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Unificada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o projeto (backend, web, mobile) usa JS/TS. O Jest cobre os três contextos.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11480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800600" y="1645920"/>
            <a:ext cx="502920" cy="5029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8006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40680" y="16733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Críticas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1945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RBAC (ADMIN/PROF/ALUNO) controla dados acadêmicos. Testes são rede de proteção.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063240"/>
            <a:ext cx="411480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6576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2278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 Idoso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749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público-alvo tem dificuldade em reportar bugs. Testes detectam regressões antes.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063240"/>
            <a:ext cx="411480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A78BF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4800600" y="3200400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80060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40680" y="32278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3749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 configurado permite bloquear merges quebrados via GitHub Actions.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8600" y="4572000"/>
            <a:ext cx="8686800" cy="411480"/>
          </a:xfrm>
          <a:prstGeom prst="rect">
            <a:avLst/>
          </a:prstGeom>
          <a:solidFill>
            <a:srgbClr val="15223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1148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passo: adicionar testes E2E com Cypress (web) e Detox (mobile) para completar a pirâmide de testes.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1577</Words>
  <Application>Microsoft Office PowerPoint</Application>
  <PresentationFormat>Apresentação na tela (16:9)</PresentationFormat>
  <Paragraphs>247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Jest - Framework de Automação de Testes</dc:title>
  <dc:subject>PptxGenJS Presentation</dc:subject>
  <dc:creator>Vinicius Santos</dc:creator>
  <cp:lastModifiedBy>Vinícius Tibério</cp:lastModifiedBy>
  <cp:revision>2</cp:revision>
  <dcterms:created xsi:type="dcterms:W3CDTF">2026-04-29T12:45:05Z</dcterms:created>
  <dcterms:modified xsi:type="dcterms:W3CDTF">2026-04-29T13:17:51Z</dcterms:modified>
</cp:coreProperties>
</file>